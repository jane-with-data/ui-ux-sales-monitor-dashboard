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3716000" cy="91440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05"/>
    <a:srgbClr val="008D00"/>
    <a:srgbClr val="005E00"/>
    <a:srgbClr val="F5F5FF"/>
    <a:srgbClr val="4472C4"/>
    <a:srgbClr val="BDFFBD"/>
    <a:srgbClr val="B9F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05" autoAdjust="0"/>
  </p:normalViewPr>
  <p:slideViewPr>
    <p:cSldViewPr snapToGrid="0">
      <p:cViewPr varScale="1">
        <p:scale>
          <a:sx n="38" d="100"/>
          <a:sy n="38" d="100"/>
        </p:scale>
        <p:origin x="1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8E18A-188C-0658-0291-353B4A4E2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500" y="1496484"/>
            <a:ext cx="10287000" cy="3183467"/>
          </a:xfrm>
        </p:spPr>
        <p:txBody>
          <a:bodyPr anchor="b"/>
          <a:lstStyle>
            <a:lvl1pPr algn="ctr"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97066-54E3-EADB-95B9-F65A93CB0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4802717"/>
            <a:ext cx="10287000" cy="2207683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250"/>
            </a:lvl2pPr>
            <a:lvl3pPr marL="1028700" indent="0" algn="ctr">
              <a:buNone/>
              <a:defRPr sz="2025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8434D-80BC-BFDB-DE02-8BD1795C6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3723-5C4F-6B97-47B5-5FA0592B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847D3-4092-9E94-0816-5743D4F1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1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9C96-EEA6-FA08-678B-41609F7A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2D9B2-7D15-C6BF-C4B6-46F30386D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B84C-CF92-C1CB-37D6-B02D92754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F6E70-51F6-505D-1B9C-8D6C274C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14F11-7350-C9A1-B527-A380F92C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4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C2BE-BECF-9961-2878-4B6AC75B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831" y="2279652"/>
            <a:ext cx="11830050" cy="3803649"/>
          </a:xfrm>
        </p:spPr>
        <p:txBody>
          <a:bodyPr anchor="b"/>
          <a:lstStyle>
            <a:lvl1pPr>
              <a:defRPr sz="67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8B2CA-EDD4-A7D9-577B-B1933AD1B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831" y="6119285"/>
            <a:ext cx="11830050" cy="200024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AB45E-80F8-D0A4-A703-AED09B7B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CE3E5-DC6F-1EE0-4DC7-680DB5B3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81EEE-3996-8F59-9FBC-2F1777B3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0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25C5-1F3F-65AE-0EC1-0709B356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2A348-AA22-ACDD-F273-D7C468607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297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13798-34E4-39D6-1688-07DB7F3EA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725" y="2434167"/>
            <a:ext cx="58293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5B3F5-C49C-F8D3-B0BC-5937AC83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E2675-6831-A6FE-6B01-564B9757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808B1-6765-5E90-1FD4-53FA2024A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6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B914-0856-E448-9571-66D73FBD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486834"/>
            <a:ext cx="1183005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D56E7-AADD-EB34-C882-1974612FA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4762" y="2241551"/>
            <a:ext cx="5802510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8E1117-67CD-2A3D-4934-2BDF3240B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4762" y="3340100"/>
            <a:ext cx="5802510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9956E-DE22-CC83-BDBF-5B3A90913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43725" y="2241551"/>
            <a:ext cx="5831087" cy="109854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250" b="1"/>
            </a:lvl2pPr>
            <a:lvl3pPr marL="1028700" indent="0">
              <a:buNone/>
              <a:defRPr sz="2025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9DDABD-6D65-1AA9-5DB9-3416B401E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43725" y="3340100"/>
            <a:ext cx="58310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3EEF0B-FFE7-30CA-F86C-F787384B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610473-10DB-F226-86A5-9D49727E2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B3D746-B2C8-18F9-3111-BC78A6D8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1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3EE0-F14B-1C70-304E-3351F7BE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FE0376-2972-4D38-9FBC-AD4E78EC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A5B66-D332-C0E2-C00E-E68DCD05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F3106-714B-2611-5DD3-F0BB440CA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4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4614F-61DB-10C4-B619-AB741D20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D4E95-F1B9-7B71-BF5F-79CA61420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B1AC9-2C11-6315-DFEA-DDB9D88C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056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AE358-C1B0-9D51-AD11-C65BC2856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4A0CF-6F49-7693-BF35-8C398A0DB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1087" y="1316567"/>
            <a:ext cx="6943725" cy="6498167"/>
          </a:xfrm>
        </p:spPr>
        <p:txBody>
          <a:bodyPr/>
          <a:lstStyle>
            <a:lvl1pPr>
              <a:defRPr sz="3600"/>
            </a:lvl1pPr>
            <a:lvl2pPr>
              <a:defRPr sz="3150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C570D-B984-9053-77A2-8812F51CE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E94A0-DE2B-C9BF-CCED-DA98DAB6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9AC1FA-82BA-EAAF-1943-AF5F38AEE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C1E38-4A92-1120-C044-3CA897B4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6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FBCBB-86EA-C8B0-2DF6-FC79D70B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762" y="609600"/>
            <a:ext cx="4423767" cy="21336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D7ACE3-529E-C681-58D1-48988784B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31087" y="1316567"/>
            <a:ext cx="6943725" cy="6498167"/>
          </a:xfrm>
        </p:spPr>
        <p:txBody>
          <a:bodyPr/>
          <a:lstStyle>
            <a:lvl1pPr marL="0" indent="0">
              <a:buNone/>
              <a:defRPr sz="3600"/>
            </a:lvl1pPr>
            <a:lvl2pPr marL="514350" indent="0">
              <a:buNone/>
              <a:defRPr sz="3150"/>
            </a:lvl2pPr>
            <a:lvl3pPr marL="1028700" indent="0">
              <a:buNone/>
              <a:defRPr sz="2700"/>
            </a:lvl3pPr>
            <a:lvl4pPr marL="1543050" indent="0">
              <a:buNone/>
              <a:defRPr sz="2250"/>
            </a:lvl4pPr>
            <a:lvl5pPr marL="2057400" indent="0">
              <a:buNone/>
              <a:defRPr sz="2250"/>
            </a:lvl5pPr>
            <a:lvl6pPr marL="2571750" indent="0">
              <a:buNone/>
              <a:defRPr sz="2250"/>
            </a:lvl6pPr>
            <a:lvl7pPr marL="3086100" indent="0">
              <a:buNone/>
              <a:defRPr sz="2250"/>
            </a:lvl7pPr>
            <a:lvl8pPr marL="3600450" indent="0">
              <a:buNone/>
              <a:defRPr sz="2250"/>
            </a:lvl8pPr>
            <a:lvl9pPr marL="4114800" indent="0">
              <a:buNone/>
              <a:defRPr sz="225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15CDA-7361-FC5A-9D91-0D070857B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4762" y="2743200"/>
            <a:ext cx="4423767" cy="508211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575"/>
            </a:lvl2pPr>
            <a:lvl3pPr marL="1028700" indent="0">
              <a:buNone/>
              <a:defRPr sz="1350"/>
            </a:lvl3pPr>
            <a:lvl4pPr marL="1543050" indent="0">
              <a:buNone/>
              <a:defRPr sz="1125"/>
            </a:lvl4pPr>
            <a:lvl5pPr marL="2057400" indent="0">
              <a:buNone/>
              <a:defRPr sz="1125"/>
            </a:lvl5pPr>
            <a:lvl6pPr marL="2571750" indent="0">
              <a:buNone/>
              <a:defRPr sz="1125"/>
            </a:lvl6pPr>
            <a:lvl7pPr marL="3086100" indent="0">
              <a:buNone/>
              <a:defRPr sz="1125"/>
            </a:lvl7pPr>
            <a:lvl8pPr marL="3600450" indent="0">
              <a:buNone/>
              <a:defRPr sz="1125"/>
            </a:lvl8pPr>
            <a:lvl9pPr marL="4114800" indent="0">
              <a:buNone/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DDF7D-AD9B-6E4A-E06C-73F5406B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3872A-BC97-87D4-9A5C-CDF05B48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5A1A1-BAFE-CF69-C166-1F1EF499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53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6A15-B279-4A3A-2665-874A2E12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56B48-C439-10A1-6611-3E4ECFF1F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8DED2-9B21-EE6C-6CD9-E87C5B8C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D8141-F1B0-EB39-DA07-0160AEF1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51550-55F0-3C98-43AE-2E1FC503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998E5-1D94-B160-B415-29FC8D4B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15512" y="486834"/>
            <a:ext cx="2957513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812EA-BB69-F765-2BA5-B5B880DC3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42975" y="486834"/>
            <a:ext cx="8701088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97761-181A-AA68-DA36-94A83A8A7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E966-22C9-B74C-08F8-04F4624E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878A0-9F16-465D-B2BE-D845F530E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88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58DC48-68F5-8028-F888-AA199BF7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75" y="486834"/>
            <a:ext cx="1183005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DD48E-F035-99AA-8FF7-BF62D6CF3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975" y="2434167"/>
            <a:ext cx="1183005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F3CB9-7CCC-6A42-3A36-2A8F84DA0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297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475DE-CAD7-42F8-AE06-493AB70AF3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C8275-77FE-74EB-8B03-833DED6FA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3425" y="8475134"/>
            <a:ext cx="46291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E9337-0180-3EF7-6C13-C073E1A0A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86925" y="8475134"/>
            <a:ext cx="30861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281E2-E971-4B0F-B378-8CF7E717D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2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28700" rtl="0" eaLnBrk="1" latinLnBrk="0" hangingPunct="1">
        <a:lnSpc>
          <a:spcPct val="90000"/>
        </a:lnSpc>
        <a:spcBef>
          <a:spcPct val="0"/>
        </a:spcBef>
        <a:buNone/>
        <a:defRPr sz="49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1028700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03B4E-C1EA-082A-62A1-017AA677BC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127" y="23355"/>
            <a:ext cx="13716000" cy="914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9B3E8-6150-768F-059F-BC16022EE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60" y="-2513239"/>
            <a:ext cx="10972907" cy="2513239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416A22-503C-CFB3-818A-F62518620225}"/>
              </a:ext>
            </a:extLst>
          </p:cNvPr>
          <p:cNvSpPr/>
          <p:nvPr/>
        </p:nvSpPr>
        <p:spPr>
          <a:xfrm>
            <a:off x="457200" y="0"/>
            <a:ext cx="1828800" cy="914400"/>
          </a:xfrm>
          <a:custGeom>
            <a:avLst/>
            <a:gdLst>
              <a:gd name="connsiteX0" fmla="*/ 0 w 1828800"/>
              <a:gd name="connsiteY0" fmla="*/ 0 h 914400"/>
              <a:gd name="connsiteX1" fmla="*/ 45720 w 1828800"/>
              <a:gd name="connsiteY1" fmla="*/ 0 h 914400"/>
              <a:gd name="connsiteX2" fmla="*/ 1783080 w 1828800"/>
              <a:gd name="connsiteY2" fmla="*/ 0 h 914400"/>
              <a:gd name="connsiteX3" fmla="*/ 1828800 w 1828800"/>
              <a:gd name="connsiteY3" fmla="*/ 0 h 914400"/>
              <a:gd name="connsiteX4" fmla="*/ 1828800 w 1828800"/>
              <a:gd name="connsiteY4" fmla="*/ 45720 h 914400"/>
              <a:gd name="connsiteX5" fmla="*/ 1828800 w 1828800"/>
              <a:gd name="connsiteY5" fmla="*/ 476250 h 914400"/>
              <a:gd name="connsiteX6" fmla="*/ 1828800 w 1828800"/>
              <a:gd name="connsiteY6" fmla="*/ 868680 h 914400"/>
              <a:gd name="connsiteX7" fmla="*/ 1783080 w 1828800"/>
              <a:gd name="connsiteY7" fmla="*/ 914400 h 914400"/>
              <a:gd name="connsiteX8" fmla="*/ 45720 w 1828800"/>
              <a:gd name="connsiteY8" fmla="*/ 914400 h 914400"/>
              <a:gd name="connsiteX9" fmla="*/ 0 w 1828800"/>
              <a:gd name="connsiteY9" fmla="*/ 868680 h 914400"/>
              <a:gd name="connsiteX10" fmla="*/ 0 w 1828800"/>
              <a:gd name="connsiteY10" fmla="*/ 476250 h 914400"/>
              <a:gd name="connsiteX11" fmla="*/ 0 w 1828800"/>
              <a:gd name="connsiteY11" fmla="*/ 4572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8800" h="914400">
                <a:moveTo>
                  <a:pt x="0" y="0"/>
                </a:moveTo>
                <a:lnTo>
                  <a:pt x="45720" y="0"/>
                </a:lnTo>
                <a:lnTo>
                  <a:pt x="1783080" y="0"/>
                </a:lnTo>
                <a:lnTo>
                  <a:pt x="1828800" y="0"/>
                </a:lnTo>
                <a:lnTo>
                  <a:pt x="1828800" y="45720"/>
                </a:lnTo>
                <a:lnTo>
                  <a:pt x="1828800" y="476250"/>
                </a:lnTo>
                <a:lnTo>
                  <a:pt x="1828800" y="868680"/>
                </a:lnTo>
                <a:cubicBezTo>
                  <a:pt x="1828800" y="893930"/>
                  <a:pt x="1808330" y="914400"/>
                  <a:pt x="1783080" y="914400"/>
                </a:cubicBezTo>
                <a:lnTo>
                  <a:pt x="45720" y="914400"/>
                </a:lnTo>
                <a:cubicBezTo>
                  <a:pt x="20470" y="914400"/>
                  <a:pt x="0" y="893930"/>
                  <a:pt x="0" y="868680"/>
                </a:cubicBezTo>
                <a:lnTo>
                  <a:pt x="0" y="476250"/>
                </a:lnTo>
                <a:lnTo>
                  <a:pt x="0" y="45720"/>
                </a:lnTo>
                <a:close/>
              </a:path>
            </a:pathLst>
          </a:cu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BEB8C0-A9E9-37B3-7C9F-E14CBC592617}"/>
              </a:ext>
            </a:extLst>
          </p:cNvPr>
          <p:cNvSpPr/>
          <p:nvPr/>
        </p:nvSpPr>
        <p:spPr>
          <a:xfrm>
            <a:off x="8229600" y="2651760"/>
            <a:ext cx="5029200" cy="6035040"/>
          </a:xfrm>
          <a:prstGeom prst="roundRect">
            <a:avLst>
              <a:gd name="adj" fmla="val 1160"/>
            </a:avLst>
          </a:prstGeom>
          <a:solidFill>
            <a:srgbClr val="BDFFB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AE029A-F107-8B65-88B7-A759DC20C204}"/>
              </a:ext>
            </a:extLst>
          </p:cNvPr>
          <p:cNvGrpSpPr/>
          <p:nvPr/>
        </p:nvGrpSpPr>
        <p:grpSpPr>
          <a:xfrm>
            <a:off x="8522748" y="4850120"/>
            <a:ext cx="932688" cy="804672"/>
            <a:chOff x="8563428" y="3872484"/>
            <a:chExt cx="932688" cy="80467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BE5D771-7748-DF0A-6419-54241A01B28A}"/>
                </a:ext>
              </a:extLst>
            </p:cNvPr>
            <p:cNvSpPr/>
            <p:nvPr/>
          </p:nvSpPr>
          <p:spPr>
            <a:xfrm>
              <a:off x="8563428" y="3872484"/>
              <a:ext cx="804672" cy="8046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5ED635A-84B3-C33D-D91B-7B1B2F561039}"/>
                </a:ext>
              </a:extLst>
            </p:cNvPr>
            <p:cNvSpPr/>
            <p:nvPr/>
          </p:nvSpPr>
          <p:spPr>
            <a:xfrm>
              <a:off x="8664012" y="3973068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EC7228-2385-D342-5763-0B6269B9F1F1}"/>
                </a:ext>
              </a:extLst>
            </p:cNvPr>
            <p:cNvSpPr/>
            <p:nvPr/>
          </p:nvSpPr>
          <p:spPr>
            <a:xfrm>
              <a:off x="9194364" y="3872484"/>
              <a:ext cx="301752" cy="30175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400" b="1" dirty="0">
                  <a:solidFill>
                    <a:schemeClr val="tx1"/>
                  </a:solidFill>
                </a:rPr>
                <a:t>2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1035B15-7796-287A-D78D-BCB0369D7CEA}"/>
              </a:ext>
            </a:extLst>
          </p:cNvPr>
          <p:cNvGrpSpPr/>
          <p:nvPr/>
        </p:nvGrpSpPr>
        <p:grpSpPr>
          <a:xfrm>
            <a:off x="8623332" y="6767826"/>
            <a:ext cx="832104" cy="704088"/>
            <a:chOff x="8664012" y="3872484"/>
            <a:chExt cx="832104" cy="704088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C1D37C-6950-7C27-9BCE-CD5C1D66847F}"/>
                </a:ext>
              </a:extLst>
            </p:cNvPr>
            <p:cNvSpPr/>
            <p:nvPr/>
          </p:nvSpPr>
          <p:spPr>
            <a:xfrm>
              <a:off x="8664012" y="3973068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CB304A3-3E7A-6482-E38C-8578376A5094}"/>
                </a:ext>
              </a:extLst>
            </p:cNvPr>
            <p:cNvSpPr/>
            <p:nvPr/>
          </p:nvSpPr>
          <p:spPr>
            <a:xfrm>
              <a:off x="9194364" y="3872484"/>
              <a:ext cx="301752" cy="30175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800" b="1" dirty="0">
                  <a:solidFill>
                    <a:schemeClr val="tx1"/>
                  </a:solidFill>
                </a:rPr>
                <a:t>4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28251D-156E-EEAF-842A-9CE0FB7E3E6F}"/>
              </a:ext>
            </a:extLst>
          </p:cNvPr>
          <p:cNvGrpSpPr/>
          <p:nvPr/>
        </p:nvGrpSpPr>
        <p:grpSpPr>
          <a:xfrm>
            <a:off x="8623332" y="7726680"/>
            <a:ext cx="832104" cy="704088"/>
            <a:chOff x="8664012" y="3872484"/>
            <a:chExt cx="832104" cy="704088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3252D86-3AE6-781E-D81E-F799CE0833E1}"/>
                </a:ext>
              </a:extLst>
            </p:cNvPr>
            <p:cNvSpPr/>
            <p:nvPr/>
          </p:nvSpPr>
          <p:spPr>
            <a:xfrm>
              <a:off x="8664012" y="3973068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5313602-27FF-6D40-ECEC-3F2192EA26FF}"/>
                </a:ext>
              </a:extLst>
            </p:cNvPr>
            <p:cNvSpPr/>
            <p:nvPr/>
          </p:nvSpPr>
          <p:spPr>
            <a:xfrm>
              <a:off x="9194364" y="3872484"/>
              <a:ext cx="301752" cy="30175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800" b="1" dirty="0">
                  <a:solidFill>
                    <a:schemeClr val="tx1"/>
                  </a:solidFill>
                </a:rPr>
                <a:t>5</a:t>
              </a:r>
              <a:endParaRPr lang="en-US" sz="1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089A404-FF07-CDB9-D3C9-73ED4FA725A1}"/>
              </a:ext>
            </a:extLst>
          </p:cNvPr>
          <p:cNvGrpSpPr/>
          <p:nvPr/>
        </p:nvGrpSpPr>
        <p:grpSpPr>
          <a:xfrm>
            <a:off x="8522748" y="3891267"/>
            <a:ext cx="932688" cy="804672"/>
            <a:chOff x="8563428" y="3872484"/>
            <a:chExt cx="932688" cy="80467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C6CFCE2-E1F8-79EF-0B30-AAF269D9E0D8}"/>
                </a:ext>
              </a:extLst>
            </p:cNvPr>
            <p:cNvSpPr/>
            <p:nvPr/>
          </p:nvSpPr>
          <p:spPr>
            <a:xfrm>
              <a:off x="8563428" y="3872484"/>
              <a:ext cx="804672" cy="804672"/>
            </a:xfrm>
            <a:prstGeom prst="ellipse">
              <a:avLst/>
            </a:prstGeom>
            <a:solidFill>
              <a:srgbClr val="FFC9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A80E643-FDEE-F0A0-E031-CBA8DF63CE03}"/>
                </a:ext>
              </a:extLst>
            </p:cNvPr>
            <p:cNvSpPr/>
            <p:nvPr/>
          </p:nvSpPr>
          <p:spPr>
            <a:xfrm>
              <a:off x="8664012" y="3973068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AE08063-CE05-B4E5-B143-6970F856395B}"/>
                </a:ext>
              </a:extLst>
            </p:cNvPr>
            <p:cNvSpPr/>
            <p:nvPr/>
          </p:nvSpPr>
          <p:spPr>
            <a:xfrm>
              <a:off x="9194364" y="3872484"/>
              <a:ext cx="301752" cy="301752"/>
            </a:xfrm>
            <a:prstGeom prst="ellipse">
              <a:avLst/>
            </a:prstGeom>
            <a:solidFill>
              <a:srgbClr val="FFC9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400" b="1" dirty="0">
                  <a:solidFill>
                    <a:schemeClr val="tx1"/>
                  </a:solidFill>
                </a:rPr>
                <a:t>1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23C586-64B0-EE0A-38BE-D8685B59F667}"/>
              </a:ext>
            </a:extLst>
          </p:cNvPr>
          <p:cNvGrpSpPr/>
          <p:nvPr/>
        </p:nvGrpSpPr>
        <p:grpSpPr>
          <a:xfrm>
            <a:off x="8522748" y="5808973"/>
            <a:ext cx="932688" cy="804672"/>
            <a:chOff x="8563428" y="3872484"/>
            <a:chExt cx="932688" cy="80467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0528028-DFD0-D1B4-DF8C-67AA2B144C2C}"/>
                </a:ext>
              </a:extLst>
            </p:cNvPr>
            <p:cNvSpPr/>
            <p:nvPr/>
          </p:nvSpPr>
          <p:spPr>
            <a:xfrm>
              <a:off x="8563428" y="3872484"/>
              <a:ext cx="804672" cy="80467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C9D3B16-D309-ED1C-32FD-2D5780879650}"/>
                </a:ext>
              </a:extLst>
            </p:cNvPr>
            <p:cNvSpPr/>
            <p:nvPr/>
          </p:nvSpPr>
          <p:spPr>
            <a:xfrm>
              <a:off x="8664012" y="3973068"/>
              <a:ext cx="603504" cy="60350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F3AD94B-8DA4-1FDD-3EAB-712C40E74A80}"/>
                </a:ext>
              </a:extLst>
            </p:cNvPr>
            <p:cNvSpPr/>
            <p:nvPr/>
          </p:nvSpPr>
          <p:spPr>
            <a:xfrm>
              <a:off x="9194364" y="3872484"/>
              <a:ext cx="301752" cy="30175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2400" b="1" dirty="0">
                  <a:solidFill>
                    <a:schemeClr val="tx1"/>
                  </a:solidFill>
                </a:rPr>
                <a:t>3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984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0D0835-9AEB-510F-68BA-A81FBC1A5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60" y="-2513239"/>
            <a:ext cx="10972907" cy="25132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C665163-F036-A6BD-6DA1-C28223B7995B}"/>
              </a:ext>
            </a:extLst>
          </p:cNvPr>
          <p:cNvSpPr/>
          <p:nvPr/>
        </p:nvSpPr>
        <p:spPr>
          <a:xfrm>
            <a:off x="0" y="111760"/>
            <a:ext cx="13716000" cy="9144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0A4E47-514A-1EA3-2333-94C606643035}"/>
              </a:ext>
            </a:extLst>
          </p:cNvPr>
          <p:cNvSpPr/>
          <p:nvPr/>
        </p:nvSpPr>
        <p:spPr>
          <a:xfrm>
            <a:off x="0" y="0"/>
            <a:ext cx="13716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000B1D-FC5A-6B68-1C9B-D200447B5604}"/>
              </a:ext>
            </a:extLst>
          </p:cNvPr>
          <p:cNvSpPr/>
          <p:nvPr/>
        </p:nvSpPr>
        <p:spPr>
          <a:xfrm>
            <a:off x="0" y="0"/>
            <a:ext cx="1920240" cy="9144000"/>
          </a:xfrm>
          <a:prstGeom prst="rect">
            <a:avLst/>
          </a:prstGeom>
          <a:gradFill>
            <a:gsLst>
              <a:gs pos="75000">
                <a:srgbClr val="008D00"/>
              </a:gs>
              <a:gs pos="55000">
                <a:srgbClr val="005E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A23972-375F-D181-B97C-7DEC8E03F161}"/>
              </a:ext>
            </a:extLst>
          </p:cNvPr>
          <p:cNvSpPr/>
          <p:nvPr/>
        </p:nvSpPr>
        <p:spPr>
          <a:xfrm>
            <a:off x="2377440" y="924561"/>
            <a:ext cx="2551176" cy="1600200"/>
          </a:xfrm>
          <a:prstGeom prst="roundRect">
            <a:avLst>
              <a:gd name="adj" fmla="val 10318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8EEFCD0-7FC0-139D-DAE6-66EE4BE26260}"/>
              </a:ext>
            </a:extLst>
          </p:cNvPr>
          <p:cNvSpPr/>
          <p:nvPr/>
        </p:nvSpPr>
        <p:spPr>
          <a:xfrm>
            <a:off x="10707624" y="924561"/>
            <a:ext cx="2551176" cy="1600200"/>
          </a:xfrm>
          <a:prstGeom prst="roundRect">
            <a:avLst>
              <a:gd name="adj" fmla="val 10318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 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2DB2DF-7600-B121-221C-5F25B25E4C98}"/>
              </a:ext>
            </a:extLst>
          </p:cNvPr>
          <p:cNvSpPr/>
          <p:nvPr/>
        </p:nvSpPr>
        <p:spPr>
          <a:xfrm>
            <a:off x="5174488" y="924561"/>
            <a:ext cx="2551176" cy="1600200"/>
          </a:xfrm>
          <a:prstGeom prst="roundRect">
            <a:avLst>
              <a:gd name="adj" fmla="val 10318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BF26674-B2CE-1AD5-DECB-FC6599E3DE9F}"/>
              </a:ext>
            </a:extLst>
          </p:cNvPr>
          <p:cNvSpPr/>
          <p:nvPr/>
        </p:nvSpPr>
        <p:spPr>
          <a:xfrm>
            <a:off x="7941056" y="924561"/>
            <a:ext cx="2551176" cy="1600200"/>
          </a:xfrm>
          <a:prstGeom prst="roundRect">
            <a:avLst>
              <a:gd name="adj" fmla="val 10318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18F3F83-63F6-AF14-09A5-2C724FD7DE6A}"/>
              </a:ext>
            </a:extLst>
          </p:cNvPr>
          <p:cNvSpPr/>
          <p:nvPr/>
        </p:nvSpPr>
        <p:spPr>
          <a:xfrm>
            <a:off x="2377440" y="2763522"/>
            <a:ext cx="6675120" cy="2971800"/>
          </a:xfrm>
          <a:prstGeom prst="roundRect">
            <a:avLst>
              <a:gd name="adj" fmla="val 551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EACBCA3-9AC7-6210-5914-8D7B6DB1BBDD}"/>
              </a:ext>
            </a:extLst>
          </p:cNvPr>
          <p:cNvSpPr/>
          <p:nvPr/>
        </p:nvSpPr>
        <p:spPr>
          <a:xfrm>
            <a:off x="9281160" y="2763522"/>
            <a:ext cx="3977640" cy="2971800"/>
          </a:xfrm>
          <a:prstGeom prst="roundRect">
            <a:avLst>
              <a:gd name="adj" fmla="val 551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3519ACE-FAB3-31E7-4311-BB133A6FD4BA}"/>
              </a:ext>
            </a:extLst>
          </p:cNvPr>
          <p:cNvSpPr/>
          <p:nvPr/>
        </p:nvSpPr>
        <p:spPr>
          <a:xfrm>
            <a:off x="6583680" y="5974083"/>
            <a:ext cx="6675120" cy="2971800"/>
          </a:xfrm>
          <a:prstGeom prst="roundRect">
            <a:avLst>
              <a:gd name="adj" fmla="val 551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1E52F78-7E90-AEF7-5817-0EA1EE3E27FB}"/>
              </a:ext>
            </a:extLst>
          </p:cNvPr>
          <p:cNvSpPr/>
          <p:nvPr/>
        </p:nvSpPr>
        <p:spPr>
          <a:xfrm>
            <a:off x="2377440" y="5974083"/>
            <a:ext cx="3977640" cy="2971800"/>
          </a:xfrm>
          <a:prstGeom prst="roundRect">
            <a:avLst>
              <a:gd name="adj" fmla="val 5510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86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4F773-D282-CF13-70DC-62F1BB1DD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8A46D9-A615-ED7D-F1E0-A42D057D7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60" y="-2513239"/>
            <a:ext cx="10972907" cy="25132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461B04-E7D7-479E-D1BD-665943BACD06}"/>
              </a:ext>
            </a:extLst>
          </p:cNvPr>
          <p:cNvSpPr/>
          <p:nvPr/>
        </p:nvSpPr>
        <p:spPr>
          <a:xfrm>
            <a:off x="0" y="111760"/>
            <a:ext cx="13716000" cy="9144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49D1D-6921-E8DD-4C42-FB25DAC57245}"/>
              </a:ext>
            </a:extLst>
          </p:cNvPr>
          <p:cNvSpPr/>
          <p:nvPr/>
        </p:nvSpPr>
        <p:spPr>
          <a:xfrm>
            <a:off x="0" y="0"/>
            <a:ext cx="13716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FE946E-66AC-141C-476E-A041D2C7EDDD}"/>
              </a:ext>
            </a:extLst>
          </p:cNvPr>
          <p:cNvSpPr/>
          <p:nvPr/>
        </p:nvSpPr>
        <p:spPr>
          <a:xfrm>
            <a:off x="0" y="0"/>
            <a:ext cx="1920240" cy="9144000"/>
          </a:xfrm>
          <a:prstGeom prst="rect">
            <a:avLst/>
          </a:prstGeom>
          <a:gradFill>
            <a:gsLst>
              <a:gs pos="75000">
                <a:srgbClr val="008D00"/>
              </a:gs>
              <a:gs pos="55000">
                <a:srgbClr val="005E00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901633-5DBE-6CFF-5CAC-A43590080591}"/>
              </a:ext>
            </a:extLst>
          </p:cNvPr>
          <p:cNvSpPr/>
          <p:nvPr/>
        </p:nvSpPr>
        <p:spPr>
          <a:xfrm>
            <a:off x="2381975" y="1143000"/>
            <a:ext cx="10876821" cy="2232462"/>
          </a:xfrm>
          <a:prstGeom prst="roundRect">
            <a:avLst>
              <a:gd name="adj" fmla="val 7474"/>
            </a:avLst>
          </a:prstGeom>
          <a:gradFill>
            <a:gsLst>
              <a:gs pos="58000">
                <a:srgbClr val="FFF0BA"/>
              </a:gs>
              <a:gs pos="0">
                <a:srgbClr val="FFC905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04F8FC-19C7-DF73-38E6-84CE9F87D6DD}"/>
              </a:ext>
            </a:extLst>
          </p:cNvPr>
          <p:cNvSpPr/>
          <p:nvPr/>
        </p:nvSpPr>
        <p:spPr>
          <a:xfrm>
            <a:off x="2381975" y="3832662"/>
            <a:ext cx="3319272" cy="4965898"/>
          </a:xfrm>
          <a:prstGeom prst="roundRect">
            <a:avLst>
              <a:gd name="adj" fmla="val 4702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BF65CE-77E7-92F8-46EA-39EA3A289FDC}"/>
              </a:ext>
            </a:extLst>
          </p:cNvPr>
          <p:cNvSpPr/>
          <p:nvPr/>
        </p:nvSpPr>
        <p:spPr>
          <a:xfrm>
            <a:off x="6160750" y="3832662"/>
            <a:ext cx="3319272" cy="4965898"/>
          </a:xfrm>
          <a:prstGeom prst="roundRect">
            <a:avLst>
              <a:gd name="adj" fmla="val 4702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FF4073-34A2-F3BC-3843-856F13FEA134}"/>
              </a:ext>
            </a:extLst>
          </p:cNvPr>
          <p:cNvSpPr/>
          <p:nvPr/>
        </p:nvSpPr>
        <p:spPr>
          <a:xfrm>
            <a:off x="9939524" y="3832662"/>
            <a:ext cx="3319272" cy="4965898"/>
          </a:xfrm>
          <a:prstGeom prst="roundRect">
            <a:avLst>
              <a:gd name="adj" fmla="val 4702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3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222939-689B-9008-1106-B9645E2C42E1}"/>
              </a:ext>
            </a:extLst>
          </p:cNvPr>
          <p:cNvSpPr/>
          <p:nvPr/>
        </p:nvSpPr>
        <p:spPr>
          <a:xfrm>
            <a:off x="1187268" y="677818"/>
            <a:ext cx="2551176" cy="1600200"/>
          </a:xfrm>
          <a:prstGeom prst="roundRect">
            <a:avLst>
              <a:gd name="adj" fmla="val 10318"/>
            </a:avLst>
          </a:prstGeom>
          <a:gradFill>
            <a:gsLst>
              <a:gs pos="58000">
                <a:srgbClr val="FFF0BA"/>
              </a:gs>
              <a:gs pos="0">
                <a:srgbClr val="FFC905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201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6</Words>
  <Application>Microsoft Office PowerPoint</Application>
  <PresentationFormat>Custom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Ngan Nguyen</dc:creator>
  <cp:lastModifiedBy>Ngan Nguyen</cp:lastModifiedBy>
  <cp:revision>29</cp:revision>
  <dcterms:created xsi:type="dcterms:W3CDTF">2026-01-25T15:04:05Z</dcterms:created>
  <dcterms:modified xsi:type="dcterms:W3CDTF">2026-02-06T11:00:56Z</dcterms:modified>
</cp:coreProperties>
</file>